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or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14C461-A6B2-44C1-8626-D1A738649D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265912-FFA7-45B2-8F52-1E567BDA21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E8F6BB-2A63-47B2-9240-229A8F4A94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200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A2086-D1E3-4B33-8B2B-759BAA1411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78D7A4-957C-4683-9073-63B7F56902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584000" y="648000"/>
            <a:ext cx="6479640" cy="259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"/>
          <p:cNvSpPr txBox="1"/>
          <p:nvPr/>
        </p:nvSpPr>
        <p:spPr>
          <a:xfrm>
            <a:off x="4104000" y="4896000"/>
            <a:ext cx="4392000" cy="346320"/>
          </a:xfrm>
          <a:prstGeom prst="rect">
            <a:avLst/>
          </a:prstGeom>
          <a:noFill/>
          <a:ln w="10800">
            <a:noFill/>
          </a:ln>
        </p:spPr>
        <p:txBody>
          <a:bodyPr lIns="90000" rIns="90000" tIns="45000" bIns="45000" anchor="t">
            <a:noAutofit/>
          </a:bodyPr>
          <a:p>
            <a:fld id="{016D4E5F-B181-4E6F-9E60-4260A370F1DB}" type="author">
              <a:rPr b="0" lang="en-US" sz="1800" spc="-1" strike="noStrike">
                <a:solidFill>
                  <a:srgbClr val="ffffff"/>
                </a:solidFill>
                <a:latin typeface="Arial"/>
              </a:rPr>
              <a:t> </a:t>
            </a:fld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25920" y="462888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859200" y="5324400"/>
            <a:ext cx="62402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4044960" y="4944960"/>
            <a:ext cx="7200" cy="487440"/>
          </a:xfrm>
          <a:custGeom>
            <a:avLst/>
            <a:gdLst>
              <a:gd name="textAreaLeft" fmla="*/ 1080 w 7200"/>
              <a:gd name="textAreaRight" fmla="*/ 6120 w 7200"/>
              <a:gd name="textAreaTop" fmla="*/ 1080 h 487440"/>
              <a:gd name="textAreaBottom" fmla="*/ 486360 h 487440"/>
            </a:gdLst>
            <a:ahLst/>
            <a:rect l="textAreaLeft" t="textAreaTop" r="textAreaRight" b="textAreaBottom"/>
            <a:pathLst>
              <a:path w="21600" h="1393714">
                <a:moveTo>
                  <a:pt x="10800" y="0"/>
                </a:moveTo>
                <a:arcTo wR="10800" hR="10800" stAng="16200000" swAng="-5400000"/>
                <a:lnTo>
                  <a:pt x="0" y="1382914"/>
                </a:lnTo>
                <a:arcTo wR="10800" hR="10800" stAng="10800000" swAng="-5400000"/>
                <a:lnTo>
                  <a:pt x="10800" y="1393714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1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2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3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1F9273BD-D844-4B3F-B374-89C1A1A2C9A4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900800" y="5204880"/>
            <a:ext cx="746532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4"/>
          </p:nvPr>
        </p:nvSpPr>
        <p:spPr>
          <a:xfrm>
            <a:off x="504000" y="5256000"/>
            <a:ext cx="1656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5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6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240288A1-C652-4F8A-9DCC-8A5BAE58B6D9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0880" y="607320"/>
            <a:ext cx="6120000" cy="180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2040" bIns="-3204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4430520" y="840960"/>
            <a:ext cx="567396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9819720" y="474480"/>
            <a:ext cx="7200" cy="493200"/>
          </a:xfrm>
          <a:custGeom>
            <a:avLst/>
            <a:gdLst>
              <a:gd name="textAreaLeft" fmla="*/ 1080 w 7200"/>
              <a:gd name="textAreaRight" fmla="*/ 6120 w 7200"/>
              <a:gd name="textAreaTop" fmla="*/ 1080 h 493200"/>
              <a:gd name="textAreaBottom" fmla="*/ 492120 h 493200"/>
            </a:gdLst>
            <a:ahLst/>
            <a:rect l="textAreaLeft" t="textAreaTop" r="textAreaRight" b="textAreaBottom"/>
            <a:pathLst>
              <a:path w="21600" h="1410171">
                <a:moveTo>
                  <a:pt x="10800" y="0"/>
                </a:moveTo>
                <a:arcTo wR="10800" hR="10800" stAng="16200000" swAng="-5400000"/>
                <a:lnTo>
                  <a:pt x="0" y="1399371"/>
                </a:lnTo>
                <a:arcTo wR="10800" hR="10800" stAng="10800000" swAng="-5400000"/>
                <a:lnTo>
                  <a:pt x="10800" y="14101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644080" y="5194800"/>
            <a:ext cx="37220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259920" y="491724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974160" y="5194440"/>
            <a:ext cx="3722040" cy="72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39960" bIns="-399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590000" y="4914000"/>
            <a:ext cx="7200" cy="349560"/>
          </a:xfrm>
          <a:custGeom>
            <a:avLst/>
            <a:gdLst>
              <a:gd name="textAreaLeft" fmla="*/ 1080 w 7200"/>
              <a:gd name="textAreaRight" fmla="*/ 6120 w 7200"/>
              <a:gd name="textAreaTop" fmla="*/ 1080 h 349560"/>
              <a:gd name="textAreaBottom" fmla="*/ 348480 h 349560"/>
            </a:gdLst>
            <a:ahLst/>
            <a:rect l="textAreaLeft" t="textAreaTop" r="textAreaRight" b="textAreaBottom"/>
            <a:pathLst>
              <a:path w="21600" h="999771">
                <a:moveTo>
                  <a:pt x="10800" y="0"/>
                </a:moveTo>
                <a:arcTo wR="10800" hR="10800" stAng="16200000" swAng="-5400000"/>
                <a:lnTo>
                  <a:pt x="0" y="988971"/>
                </a:lnTo>
                <a:arcTo wR="10800" hR="10800" stAng="10800000" swAng="-5400000"/>
                <a:lnTo>
                  <a:pt x="10800" y="999771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055480" y="1037160"/>
            <a:ext cx="10800" cy="3700800"/>
          </a:xfrm>
          <a:custGeom>
            <a:avLst/>
            <a:gdLst>
              <a:gd name="textAreaLeft" fmla="*/ 1440 w 10800"/>
              <a:gd name="textAreaRight" fmla="*/ 9360 w 10800"/>
              <a:gd name="textAreaTop" fmla="*/ 1440 h 3700800"/>
              <a:gd name="textAreaBottom" fmla="*/ 3699360 h 3700800"/>
            </a:gdLst>
            <a:ahLst/>
            <a:rect l="textAreaLeft" t="textAreaTop" r="textAreaRight" b="textAreaBottom"/>
            <a:pathLst>
              <a:path w="21600" h="7163535">
                <a:moveTo>
                  <a:pt x="10800" y="0"/>
                </a:moveTo>
                <a:arcTo wR="10800" hR="10800" stAng="16200000" swAng="-5400000"/>
                <a:lnTo>
                  <a:pt x="0" y="7152735"/>
                </a:lnTo>
                <a:arcTo wR="10800" hR="10800" stAng="10800000" swAng="-5400000"/>
                <a:lnTo>
                  <a:pt x="10800" y="7163535"/>
                </a:lnTo>
                <a:arcTo wR="10800" hR="10800" stAng="5400000" swAng="-5400000"/>
                <a:lnTo>
                  <a:pt x="21600" y="10800"/>
                </a:lnTo>
                <a:arcTo wR="10800" hR="10800" stAng="0" swAng="-5400000"/>
                <a:close/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44000" y="3888000"/>
            <a:ext cx="9000000" cy="65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Jouw SAO programmeren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SAO - Pinouts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Verbonden via een 2-rij, 3 kolom vrouwelijke connector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Voorziet 3.3v, GND, I2C (SCL en SDA) en 2 GPIOs.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2494440" y="2971800"/>
            <a:ext cx="1848960" cy="2286000"/>
          </a:xfrm>
          <a:prstGeom prst="rect">
            <a:avLst/>
          </a:prstGeom>
          <a:ln w="10800">
            <a:noFill/>
          </a:ln>
        </p:spPr>
      </p:pic>
      <p:pic>
        <p:nvPicPr>
          <p:cNvPr id="53" name="" descr=""/>
          <p:cNvPicPr/>
          <p:nvPr/>
        </p:nvPicPr>
        <p:blipFill>
          <a:blip r:embed="rId2"/>
          <a:stretch/>
        </p:blipFill>
        <p:spPr>
          <a:xfrm>
            <a:off x="4572000" y="3200400"/>
            <a:ext cx="2247480" cy="1523520"/>
          </a:xfrm>
          <a:prstGeom prst="rect">
            <a:avLst/>
          </a:prstGeom>
          <a:ln w="10800">
            <a:noFill/>
          </a:ln>
        </p:spPr>
      </p:pic>
      <p:pic>
        <p:nvPicPr>
          <p:cNvPr id="54" name="" descr=""/>
          <p:cNvPicPr/>
          <p:nvPr/>
        </p:nvPicPr>
        <p:blipFill>
          <a:blip r:embed="rId3"/>
          <a:stretch/>
        </p:blipFill>
        <p:spPr>
          <a:xfrm>
            <a:off x="7210800" y="3296160"/>
            <a:ext cx="1476000" cy="1275840"/>
          </a:xfrm>
          <a:prstGeom prst="rect">
            <a:avLst/>
          </a:prstGeom>
          <a:ln w="108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C42B0B-84CB-4D00-ACC6-80D6D91E9FD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Verschillen in software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GPIO 1 &amp; 2 verschillen per badge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Oplossing → Badgetype definieren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5029200" y="914400"/>
            <a:ext cx="4885920" cy="3714480"/>
          </a:xfrm>
          <a:prstGeom prst="rect">
            <a:avLst/>
          </a:prstGeom>
          <a:ln w="1080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90725E-E9AB-40F1-8D4F-0A704074AEE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504000" y="946440"/>
            <a:ext cx="907200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Zorg ervoor dat je dit ook opvangt in code!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MPOS heeft functionaliteit om het boardtype op te vragen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3429000" y="2057400"/>
            <a:ext cx="6456600" cy="3200400"/>
          </a:xfrm>
          <a:prstGeom prst="rect">
            <a:avLst/>
          </a:prstGeom>
          <a:ln w="10800"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228600" y="2838960"/>
            <a:ext cx="3228480" cy="818640"/>
          </a:xfrm>
          <a:prstGeom prst="rect">
            <a:avLst/>
          </a:prstGeom>
          <a:ln w="10800">
            <a:noFill/>
          </a:ln>
        </p:spPr>
      </p:pic>
      <p:pic>
        <p:nvPicPr>
          <p:cNvPr id="62" name="" descr=""/>
          <p:cNvPicPr/>
          <p:nvPr/>
        </p:nvPicPr>
        <p:blipFill>
          <a:blip r:embed="rId3"/>
          <a:stretch/>
        </p:blipFill>
        <p:spPr>
          <a:xfrm>
            <a:off x="390960" y="3657600"/>
            <a:ext cx="3038040" cy="63792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A1E517-E1B3-4D40-83BB-4F563188080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In’t kort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GPIO 1&amp;2 op de SAO verschillen per badge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Opvangen in code, pins definieren dmv identificatie via MicroPythonOS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Docs! Read The Fantastic Manual!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I2C is altijd standaard (data en clock)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B94370-9224-4640-8793-0926DBC2FF0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Vragen?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5257800" y="1143000"/>
            <a:ext cx="3770640" cy="3770640"/>
          </a:xfrm>
          <a:prstGeom prst="rect">
            <a:avLst/>
          </a:prstGeom>
          <a:ln w="108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9519F9-D516-4DC1-BC06-FF2063A27E10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2026-08-14T02:09:31Z</dcterms:created>
  <dc:creator/>
  <dc:description/>
  <dc:language>en-US</dc:language>
  <cp:lastModifiedBy/>
  <cp:lastPrinted>2026-08-14T02:53:05Z</cp:lastPrinted>
  <dcterms:modified xsi:type="dcterms:W3CDTF">2026-08-14T02:52:48Z</dcterms:modified>
  <cp:revision>2</cp:revision>
  <dc:subject/>
  <dc:title>Portfolio</dc:title>
</cp:coreProperties>
</file>